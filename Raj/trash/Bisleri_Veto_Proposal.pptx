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9" r:id="rId6"/>
    <p:sldId id="260" r:id="rId7"/>
    <p:sldId id="270" r:id="rId8"/>
    <p:sldId id="261" r:id="rId9"/>
    <p:sldId id="271" r:id="rId10"/>
    <p:sldId id="262" r:id="rId11"/>
    <p:sldId id="27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16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057A8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212080"/>
            <a:ext cx="3291840" cy="3291840"/>
          </a:xfrm>
          <a:prstGeom prst="ellipse">
            <a:avLst/>
          </a:prstGeom>
          <a:solidFill>
            <a:srgbClr val="E4032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 </a:t>
            </a:r>
            <a:r>
              <a:rPr lang="en-US" sz="60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</a:t>
            </a:r>
            <a:r>
              <a:rPr lang="en-US" sz="6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Refreshing Every Moment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meaningful brand connections through content, entertainment &amp; digital experiences.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77824" y="5449824"/>
            <a:ext cx="713232" cy="713232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9" name="Image 0" descr="/home/claude/bisleri_ppt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00" y="5621000"/>
            <a:ext cx="370881" cy="37088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75104" y="5449824"/>
            <a:ext cx="713232" cy="713232"/>
          </a:xfrm>
          <a:prstGeom prst="ellipse">
            <a:avLst/>
          </a:prstGeom>
          <a:solidFill>
            <a:srgbClr val="E4032E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bisleri_ppt/icons/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280" y="5621000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5486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Portfolio  +  Veto OTT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Products to Moments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is not just hydration — every product owns a different consumer emotion.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628900"/>
            <a:ext cx="960120" cy="9601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/home/claude/bisleri_ppt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029" y="285932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Life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429000" y="21488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4251960" y="2628900"/>
            <a:ext cx="960120" cy="96012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bisleri_ppt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89" y="285932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Wellness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309360" y="21488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BEEE6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0" y="2628900"/>
            <a:ext cx="960120" cy="960120"/>
          </a:xfrm>
          <a:prstGeom prst="ellipse">
            <a:avLst/>
          </a:prstGeom>
          <a:solidFill>
            <a:srgbClr val="D9622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5" name="Image 2" descr="/home/claude/bisleri_ppt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749" y="2859329"/>
            <a:ext cx="499262" cy="4992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Moments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9189720" y="21488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F1F7E9"/>
          </a:solidFill>
          <a:ln/>
        </p:spPr>
      </p:sp>
      <p:sp>
        <p:nvSpPr>
          <p:cNvPr id="18" name="Shape 13"/>
          <p:cNvSpPr/>
          <p:nvPr/>
        </p:nvSpPr>
        <p:spPr>
          <a:xfrm>
            <a:off x="10012680" y="2628900"/>
            <a:ext cx="960120" cy="960120"/>
          </a:xfrm>
          <a:prstGeom prst="ellipse">
            <a:avLst/>
          </a:prstGeom>
          <a:solidFill>
            <a:srgbClr val="E8546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9" name="Image 3" descr="/home/claude/bisleri_ppt/icons/mus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3109" y="2859329"/>
            <a:ext cx="499262" cy="4992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 Culture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3A192D-5D61-270B-B249-0F963D5E94F6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Brand. Multiple Stories.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" y="1760220"/>
            <a:ext cx="594360" cy="59436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bisleri_ppt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91" y="18939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00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Bisleri Water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52160" y="1600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508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Refreshment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7919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4EF"/>
          </a:solidFill>
          <a:ln/>
        </p:spPr>
      </p:sp>
      <p:sp>
        <p:nvSpPr>
          <p:cNvPr id="10" name="Shape 7"/>
          <p:cNvSpPr/>
          <p:nvPr/>
        </p:nvSpPr>
        <p:spPr>
          <a:xfrm>
            <a:off x="937260" y="2839212"/>
            <a:ext cx="594360" cy="59436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bisleri_ppt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91" y="2972943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6791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Vedica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52160" y="26791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508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Lifestyle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BEEE6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260" y="3918204"/>
            <a:ext cx="594360" cy="594360"/>
          </a:xfrm>
          <a:prstGeom prst="ellipse">
            <a:avLst/>
          </a:prstGeom>
          <a:solidFill>
            <a:srgbClr val="D9622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6" name="Image 2" descr="/home/claude/bisleri_ppt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91" y="4051935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581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Bisleri Soda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852160" y="375818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508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Celebrations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4837176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7E9"/>
          </a:solidFill>
          <a:ln/>
        </p:spPr>
      </p:sp>
      <p:sp>
        <p:nvSpPr>
          <p:cNvPr id="20" name="Shape 15"/>
          <p:cNvSpPr/>
          <p:nvPr/>
        </p:nvSpPr>
        <p:spPr>
          <a:xfrm>
            <a:off x="937260" y="4997196"/>
            <a:ext cx="594360" cy="594360"/>
          </a:xfrm>
          <a:prstGeom prst="ellipse">
            <a:avLst/>
          </a:prstGeom>
          <a:solidFill>
            <a:srgbClr val="E8546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1" name="Image 3" descr="/home/claude/bisleri_ppt/icons/mus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991" y="5130927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83717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Limonata &amp; Pop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52160" y="48371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508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&amp; Entertainment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96345D-8574-6981-036E-AC521A386463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0057A8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24028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" name="Image 0" descr="/home/claude/bisleri_ppt/icons/drople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WATER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Hydrate Your Day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DIRECTION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2677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moments where hydration matters.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37560"/>
            <a:ext cx="9646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677924" y="3337560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77924" y="33375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711196" y="333756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11196" y="3337560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 Stories (2-3min)+ Social Media Shorts(20-60 sec)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38912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1772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Refreshment Partner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6BA071-70DE-A030-D746-361C1B3CAC25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06714-8B54-3B45-3D98-5EE810702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91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1F6F54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24028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" name="Image 0" descr="/home/claude/bisleri_ppt/icons/lea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Luxury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DIRECTION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2677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experiences inspired by nature.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060704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3756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773936" y="3337560"/>
            <a:ext cx="1156716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73936" y="3337560"/>
            <a:ext cx="11567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095244" y="3337560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6F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5244" y="33375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Content on Veto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38912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F6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1772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Hydration Choice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4D64C8-CE4B-75A4-F3B4-33C5D4AB1478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7ECD1-1A45-1378-AD76-6D220A35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77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88422-447E-8950-83F7-6535056FDA30}"/>
              </a:ext>
            </a:extLst>
          </p:cNvPr>
          <p:cNvSpPr txBox="1"/>
          <p:nvPr/>
        </p:nvSpPr>
        <p:spPr>
          <a:xfrm>
            <a:off x="3577" y="78440"/>
            <a:ext cx="1745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EPISODE 1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5274528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EE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D9622B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24028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" name="Image 0" descr="/home/claude/bisleri_ppt/icons/utensil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SODA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The Moment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DIRECTION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2677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Celebrating food, flavours &amp; occasions.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3756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Stories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157984" y="3337560"/>
            <a:ext cx="96469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57984" y="3337560"/>
            <a:ext cx="9646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287268" y="333756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87268" y="333756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Lifestyle Content on VETO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38912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6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1772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Social Companion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E8BAD5-C18A-F3CD-0C79-D6B9E23A43E6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689D5B-1FD3-2979-E5EB-EE1C82A8A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D6D3B-EAEE-A077-D511-91E546D6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815A8-BCEE-3EF8-F5E8-B16A2372F43C}"/>
              </a:ext>
            </a:extLst>
          </p:cNvPr>
          <p:cNvSpPr txBox="1"/>
          <p:nvPr/>
        </p:nvSpPr>
        <p:spPr>
          <a:xfrm>
            <a:off x="3017089" y="3065043"/>
            <a:ext cx="6154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EPISODE 1</a:t>
            </a:r>
            <a:endParaRPr lang="en-IN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605D3-D79A-64D6-3085-645E5D249464}"/>
              </a:ext>
            </a:extLst>
          </p:cNvPr>
          <p:cNvSpPr txBox="1"/>
          <p:nvPr/>
        </p:nvSpPr>
        <p:spPr>
          <a:xfrm>
            <a:off x="72588" y="147451"/>
            <a:ext cx="1745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EPISODE 1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6577743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40480" cy="6858000"/>
          </a:xfrm>
          <a:prstGeom prst="rect">
            <a:avLst/>
          </a:prstGeom>
          <a:solidFill>
            <a:srgbClr val="E8546B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240280"/>
            <a:ext cx="2377440" cy="237744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4" name="Image 0" descr="/home/claude/bisleri_ppt/icons/music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LIMONATA &amp; POP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8686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Your Mood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DIRECTION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2677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with young audiences through energy and fun.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77266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54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37560"/>
            <a:ext cx="7726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485900" y="3337560"/>
            <a:ext cx="8686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54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85900" y="33375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519172" y="3337560"/>
            <a:ext cx="173278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54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9172" y="3337560"/>
            <a:ext cx="17327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Culture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724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Content ON VETO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389120" y="4251960"/>
            <a:ext cx="3566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617720" y="4434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ROLE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1772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Youth Refreshment Brand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BAE9A5-0023-CA6C-359F-A51CB15645ED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E4989A-063B-648B-642A-BE407C55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81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VETO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→ Connection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0F3B70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788920"/>
            <a:ext cx="1005840" cy="100584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bisleri_ppt/icons/fi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362" y="303032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Content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4526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 | Shows | Stories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17720" y="237744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0F3B70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788920"/>
            <a:ext cx="1005840" cy="1005840"/>
          </a:xfrm>
          <a:prstGeom prst="ellipse">
            <a:avLst/>
          </a:prstGeom>
          <a:solidFill>
            <a:srgbClr val="E4032E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1" name="Image 1" descr="/home/claude/bisleri_ppt/icons/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842" y="303032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Visibility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00600" y="4526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| Featured Placement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58200" y="2377440"/>
            <a:ext cx="3383280" cy="3017520"/>
          </a:xfrm>
          <a:prstGeom prst="roundRect">
            <a:avLst>
              <a:gd name="adj" fmla="val 4242"/>
            </a:avLst>
          </a:prstGeom>
          <a:solidFill>
            <a:srgbClr val="0F3B70"/>
          </a:solidFill>
          <a:ln/>
        </p:spPr>
      </p:sp>
      <p:sp>
        <p:nvSpPr>
          <p:cNvPr id="15" name="Shape 11"/>
          <p:cNvSpPr/>
          <p:nvPr/>
        </p:nvSpPr>
        <p:spPr>
          <a:xfrm>
            <a:off x="9646920" y="2788920"/>
            <a:ext cx="1005840" cy="1005840"/>
          </a:xfrm>
          <a:prstGeom prst="ellipse">
            <a:avLst/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6" name="Image 2" descr="/home/claude/bisleri_ppt/icons/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8322" y="303032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977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Amplification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641080" y="4526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| Shorts | Creator Content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F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2A4C40-27B9-567F-37F8-E573A69B622E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VETO?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Platform Built For Brand Stories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advertisements.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6" name="Shape 4"/>
          <p:cNvSpPr/>
          <p:nvPr/>
        </p:nvSpPr>
        <p:spPr>
          <a:xfrm>
            <a:off x="1074420" y="2423160"/>
            <a:ext cx="868680" cy="86868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/home/claude/bisleri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873" y="2618613"/>
            <a:ext cx="477774" cy="4777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48840" y="2221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First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148840" y="2715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stories consumers want to watch.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A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743700" y="2423160"/>
            <a:ext cx="868680" cy="86868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2" name="Image 1" descr="/home/claude/bisleri_pp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153" y="261861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221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Subscription-Free Reach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818120" y="2715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wider audiences.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BEEE6"/>
          </a:solidFill>
          <a:ln/>
        </p:spPr>
      </p:sp>
      <p:sp>
        <p:nvSpPr>
          <p:cNvPr id="16" name="Shape 12"/>
          <p:cNvSpPr/>
          <p:nvPr/>
        </p:nvSpPr>
        <p:spPr>
          <a:xfrm>
            <a:off x="1074420" y="4480560"/>
            <a:ext cx="868680" cy="868680"/>
          </a:xfrm>
          <a:prstGeom prst="ellipse">
            <a:avLst/>
          </a:prstGeom>
          <a:solidFill>
            <a:srgbClr val="D9622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7" name="Image 2" descr="/home/claude/bisleri_ppt/icons/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873" y="4676013"/>
            <a:ext cx="477774" cy="4777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48840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Driven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2148840" y="47731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viewers into brand followers.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1F7E9"/>
          </a:solidFill>
          <a:ln/>
        </p:spPr>
      </p:sp>
      <p:sp>
        <p:nvSpPr>
          <p:cNvPr id="21" name="Shape 16"/>
          <p:cNvSpPr/>
          <p:nvPr/>
        </p:nvSpPr>
        <p:spPr>
          <a:xfrm>
            <a:off x="6743700" y="4480560"/>
            <a:ext cx="868680" cy="868680"/>
          </a:xfrm>
          <a:prstGeom prst="ellipse">
            <a:avLst/>
          </a:prstGeom>
          <a:solidFill>
            <a:srgbClr val="E8546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2" name="Image 3" descr="/home/claude/bisleri_ppt/icons/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9153" y="4676013"/>
            <a:ext cx="477774" cy="4777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Amplification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818120" y="47731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stories beyond OTT.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B62194-7C16-CD5C-FE85-C1B9A61E8784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Consumers Everywhere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125980"/>
            <a:ext cx="960120" cy="9601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bisleri_ppt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949" y="23564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 OTT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4041648"/>
            <a:ext cx="82296" cy="82296"/>
          </a:xfrm>
          <a:prstGeom prst="ellipse">
            <a:avLst/>
          </a:prstGeom>
          <a:solidFill>
            <a:srgbClr val="0057A8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banners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480560"/>
            <a:ext cx="82296" cy="82296"/>
          </a:xfrm>
          <a:prstGeom prst="ellipse">
            <a:avLst/>
          </a:prstGeom>
          <a:solidFill>
            <a:srgbClr val="0057A8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4370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content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4919472"/>
            <a:ext cx="82296" cy="82296"/>
          </a:xfrm>
          <a:prstGeom prst="ellipse">
            <a:avLst/>
          </a:prstGeom>
          <a:solidFill>
            <a:srgbClr val="0057A8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8097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experiences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3400" y="173736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FBEEE6"/>
          </a:solidFill>
          <a:ln/>
        </p:spPr>
      </p:sp>
      <p:sp>
        <p:nvSpPr>
          <p:cNvPr id="15" name="Shape 12"/>
          <p:cNvSpPr/>
          <p:nvPr/>
        </p:nvSpPr>
        <p:spPr>
          <a:xfrm>
            <a:off x="5669280" y="2125980"/>
            <a:ext cx="960120" cy="960120"/>
          </a:xfrm>
          <a:prstGeom prst="ellipse">
            <a:avLst/>
          </a:prstGeom>
          <a:solidFill>
            <a:srgbClr val="D9622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6" name="Image 1" descr="/home/claude/bisleri_ppt/icons/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709" y="2356409"/>
            <a:ext cx="499262" cy="49926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Media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663440" y="4041648"/>
            <a:ext cx="82296" cy="822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19" name="Text 15"/>
          <p:cNvSpPr/>
          <p:nvPr/>
        </p:nvSpPr>
        <p:spPr>
          <a:xfrm>
            <a:off x="48463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663440" y="4480560"/>
            <a:ext cx="82296" cy="82296"/>
          </a:xfrm>
          <a:prstGeom prst="ellipse">
            <a:avLst/>
          </a:prstGeom>
          <a:solidFill>
            <a:srgbClr val="D9622B"/>
          </a:solidFill>
          <a:ln/>
        </p:spPr>
      </p:sp>
      <p:sp>
        <p:nvSpPr>
          <p:cNvPr id="21" name="Text 17"/>
          <p:cNvSpPr/>
          <p:nvPr/>
        </p:nvSpPr>
        <p:spPr>
          <a:xfrm>
            <a:off x="4846320" y="4370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collaborations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38160" y="1737360"/>
            <a:ext cx="3611880" cy="4023360"/>
          </a:xfrm>
          <a:prstGeom prst="roundRect">
            <a:avLst>
              <a:gd name="adj" fmla="val 3544"/>
            </a:avLst>
          </a:prstGeom>
          <a:solidFill>
            <a:srgbClr val="EAF4EF"/>
          </a:solidFill>
          <a:ln/>
        </p:spPr>
      </p:sp>
      <p:sp>
        <p:nvSpPr>
          <p:cNvPr id="23" name="Shape 19"/>
          <p:cNvSpPr/>
          <p:nvPr/>
        </p:nvSpPr>
        <p:spPr>
          <a:xfrm>
            <a:off x="9464040" y="2125980"/>
            <a:ext cx="960120" cy="96012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4" name="Image 2" descr="/home/claude/bisleri_ppt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469" y="2356409"/>
            <a:ext cx="499262" cy="4992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TV Digital Network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8458200" y="4041648"/>
            <a:ext cx="82296" cy="82296"/>
          </a:xfrm>
          <a:prstGeom prst="ellipse">
            <a:avLst/>
          </a:prstGeom>
          <a:solidFill>
            <a:srgbClr val="1F6F54"/>
          </a:solidFill>
          <a:ln/>
        </p:spPr>
      </p:sp>
      <p:sp>
        <p:nvSpPr>
          <p:cNvPr id="27" name="Text 22"/>
          <p:cNvSpPr/>
          <p:nvPr/>
        </p:nvSpPr>
        <p:spPr>
          <a:xfrm>
            <a:off x="864108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458200" y="4480560"/>
            <a:ext cx="82296" cy="82296"/>
          </a:xfrm>
          <a:prstGeom prst="ellipse">
            <a:avLst/>
          </a:prstGeom>
          <a:solidFill>
            <a:srgbClr val="1F6F54"/>
          </a:solidFill>
          <a:ln/>
        </p:spPr>
      </p:sp>
      <p:sp>
        <p:nvSpPr>
          <p:cNvPr id="29" name="Text 24"/>
          <p:cNvSpPr/>
          <p:nvPr/>
        </p:nvSpPr>
        <p:spPr>
          <a:xfrm>
            <a:off x="8641080" y="43708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promotions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135BBF-55AF-D776-5CF0-8D382E0D3AC0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9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Discovery To Preference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45920" y="3291840"/>
            <a:ext cx="8869680" cy="0"/>
          </a:xfrm>
          <a:prstGeom prst="line">
            <a:avLst/>
          </a:prstGeom>
          <a:noFill/>
          <a:ln w="25400">
            <a:solidFill>
              <a:srgbClr val="3E6DA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51560" y="2697480"/>
            <a:ext cx="1188720" cy="11887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6" name="Image 0" descr="/home/claude/bisleri_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14" y="301843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68980" y="2697480"/>
            <a:ext cx="1188720" cy="11887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1" descr="/home/claude/bisleri_ppt/icons/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934" y="3018434"/>
            <a:ext cx="546811" cy="5468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894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1470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0" y="2697480"/>
            <a:ext cx="1188720" cy="11887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4" name="Image 2" descr="/home/claude/bisleri_ppt/icons/he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354" y="3018434"/>
            <a:ext cx="546811" cy="54681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6636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53212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03820" y="2697480"/>
            <a:ext cx="1188720" cy="118872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8" name="Image 3" descr="/home/claude/bisleri_ppt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4774" y="3018434"/>
            <a:ext cx="546811" cy="54681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8378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4954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921240" y="2697480"/>
            <a:ext cx="1188720" cy="1188720"/>
          </a:xfrm>
          <a:prstGeom prst="ellipse">
            <a:avLst/>
          </a:prstGeom>
          <a:solidFill>
            <a:srgbClr val="E4032E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2" name="Image 4" descr="/home/claude/bisleri_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2194" y="3018434"/>
            <a:ext cx="546811" cy="546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0" y="4114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Bisleri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96696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7F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DAAFA-342E-CFDB-A680-04BAEB25D04D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05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Stronger Brand Connections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Impact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008376"/>
            <a:ext cx="457200" cy="45720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7" name="Image 0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111246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785616"/>
            <a:ext cx="457200" cy="45720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1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888486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discovery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14400" y="4562856"/>
            <a:ext cx="457200" cy="45720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3" name="Image 2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665726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connection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17920" y="1874520"/>
            <a:ext cx="5394960" cy="3931920"/>
          </a:xfrm>
          <a:prstGeom prst="roundRect">
            <a:avLst>
              <a:gd name="adj" fmla="val 3256"/>
            </a:avLst>
          </a:prstGeom>
          <a:solidFill>
            <a:srgbClr val="EAF4EF"/>
          </a:solidFill>
          <a:ln/>
        </p:spPr>
      </p:sp>
      <p:sp>
        <p:nvSpPr>
          <p:cNvPr id="16" name="Text 11"/>
          <p:cNvSpPr/>
          <p:nvPr/>
        </p:nvSpPr>
        <p:spPr>
          <a:xfrm>
            <a:off x="658368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6583680" y="3008376"/>
            <a:ext cx="457200" cy="45720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8" name="Image 3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311124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audiences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583680" y="3785616"/>
            <a:ext cx="457200" cy="45720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1" name="Image 4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3888486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consumption occasions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583680" y="4562856"/>
            <a:ext cx="457200" cy="45720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24" name="Image 5" descr="/home/claude/bisleri_ppt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4665726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preference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BISLERI  ×  VETO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CD0EDF-4DB1-15A3-88F1-74B259161D42}"/>
              </a:ext>
            </a:extLst>
          </p:cNvPr>
          <p:cNvSpPr txBox="1"/>
          <p:nvPr/>
        </p:nvSpPr>
        <p:spPr>
          <a:xfrm>
            <a:off x="9008565" y="115480"/>
            <a:ext cx="26043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VETO × </a:t>
            </a:r>
            <a:r>
              <a:rPr lang="en-US" sz="2800" b="1" cap="none" spc="0" dirty="0" err="1">
                <a:ln w="0"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IN" sz="2800" b="1" cap="none" spc="0" dirty="0">
              <a:ln w="0"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057A8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E4032E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41219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 </a:t>
            </a:r>
            <a:r>
              <a:rPr lang="en-US" sz="4800" b="1" dirty="0">
                <a:solidFill>
                  <a:srgbClr val="E40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</a:t>
            </a:r>
            <a:r>
              <a:rPr lang="en-US" sz="4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Bisleri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Refreshment Moments Into Stories.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 ecosystem that helps every Bisleri product connect with the right audience, at the right moment.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640080" cy="640080"/>
          </a:xfrm>
          <a:prstGeom prst="ellipse">
            <a:avLst/>
          </a:prstGeom>
          <a:solidFill>
            <a:srgbClr val="0057A8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8" name="Image 0" descr="/home/claude/bisleri_ppt/icons/dro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5640019"/>
            <a:ext cx="332842" cy="33284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28800" y="5486400"/>
            <a:ext cx="640080" cy="640080"/>
          </a:xfrm>
          <a:prstGeom prst="ellipse">
            <a:avLst/>
          </a:prstGeom>
          <a:solidFill>
            <a:srgbClr val="1F6F54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0" name="Image 1" descr="/home/claude/bisleri_ppt/icons/le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419" y="5640019"/>
            <a:ext cx="332842" cy="33284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0" y="5486400"/>
            <a:ext cx="640080" cy="640080"/>
          </a:xfrm>
          <a:prstGeom prst="ellipse">
            <a:avLst/>
          </a:prstGeom>
          <a:solidFill>
            <a:srgbClr val="D9622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2" name="Image 2" descr="/home/claude/bisleri_ppt/icons/utensi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6819" y="5640019"/>
            <a:ext cx="332842" cy="33284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0" y="5486400"/>
            <a:ext cx="640080" cy="640080"/>
          </a:xfrm>
          <a:prstGeom prst="ellipse">
            <a:avLst/>
          </a:prstGeom>
          <a:solidFill>
            <a:srgbClr val="E8546B"/>
          </a:solidFill>
          <a:ln/>
          <a:effectLst>
            <a:outerShdw blurRad="101600" dist="38100" dir="5400000" algn="bl" rotWithShape="0">
              <a:srgbClr val="1A1A1A">
                <a:alpha val="18000"/>
              </a:srgbClr>
            </a:outerShdw>
          </a:effectLst>
        </p:spPr>
      </p:sp>
      <p:pic>
        <p:nvPicPr>
          <p:cNvPr id="14" name="Image 3" descr="/home/claude/bisleri_ppt/icons/mus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219" y="5640019"/>
            <a:ext cx="332842" cy="3328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465</Words>
  <Application>Microsoft Office PowerPoint</Application>
  <PresentationFormat>Widescreen</PresentationFormat>
  <Paragraphs>175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😎</cp:lastModifiedBy>
  <cp:revision>2</cp:revision>
  <dcterms:created xsi:type="dcterms:W3CDTF">2026-09-02T07:32:53Z</dcterms:created>
  <dcterms:modified xsi:type="dcterms:W3CDTF">2026-09-02T13:44:15Z</dcterms:modified>
</cp:coreProperties>
</file>