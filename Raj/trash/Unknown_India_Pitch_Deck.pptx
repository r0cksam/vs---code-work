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457200"/>
            <a:ext cx="5285232" cy="5943600"/>
          </a:xfrm>
          <a:prstGeom prst="rect">
            <a:avLst/>
          </a:prstGeom>
          <a:solidFill>
            <a:srgbClr val="2E2E2A"/>
          </a:solidFill>
          <a:ln w="12700">
            <a:solidFill>
              <a:srgbClr val="2E2E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78040" y="502920"/>
            <a:ext cx="47365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MAHINDRA EV ON INDIAN HIGHWAY — CINEMATIC PHOTO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4206240"/>
            <a:ext cx="448056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315200" y="4133088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0" y="4133088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4133088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0" y="4133088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6858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YOU NEVER SAW COMING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14300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7F4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UNKNOWN
</a:t>
            </a:r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INDIA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C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biggest stories aren't always found in big cities or breaking news. Across the country, people, places and ideas are quietly shaping tomorrow.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C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India follows an India TV host travelling across the heartland in a Mahindra EV — discovering stories that deserve to be seen.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INDIA TV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SERIES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57400" y="5989320"/>
            <a:ext cx="0" cy="457200"/>
          </a:xfrm>
          <a:prstGeom prst="line">
            <a:avLst/>
          </a:prstGeom>
          <a:noFill/>
          <a:ln w="12700">
            <a:solidFill>
              <a:srgbClr val="5A5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5943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ON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OTT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49040" y="5989320"/>
            <a:ext cx="0" cy="457200"/>
          </a:xfrm>
          <a:prstGeom prst="line">
            <a:avLst/>
          </a:prstGeom>
          <a:noFill/>
          <a:ln w="12700">
            <a:solidFill>
              <a:srgbClr val="5A5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5943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MAHINDRA ELECTRIC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A2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Mahindra EV. Many Indias.
</a:t>
            </a:r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Endless Stories.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episode follows an India TV host who travels to a different part of India to uncover unexpected stories — beginning with one question: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9572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“What is happening in India that the world has not seen yet?”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943100" y="2953512"/>
            <a:ext cx="8586216" cy="0"/>
          </a:xfrm>
          <a:prstGeom prst="line">
            <a:avLst/>
          </a:prstGeom>
          <a:noFill/>
          <a:ln w="19050">
            <a:solidFill>
              <a:srgbClr val="D8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96796" y="2807208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246120"/>
            <a:ext cx="26060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2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41248" y="3959352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4434840"/>
            <a:ext cx="22037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begins the journey in a Mahindra EV. A destination. A question. A story waiting to be discovered.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8868" y="2807208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3" name="Shape 11"/>
          <p:cNvSpPr/>
          <p:nvPr/>
        </p:nvSpPr>
        <p:spPr>
          <a:xfrm>
            <a:off x="3502152" y="3246120"/>
            <a:ext cx="26060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3320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2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03320" y="3959352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DISCOVERY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03320" y="4434840"/>
            <a:ext cx="22037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stories surface — villages adopting future tech, traditional businesses going global, young entrepreneurs, new solutions.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20940" y="2807208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364224" y="3246120"/>
            <a:ext cx="26060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65392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2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65392" y="3959352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 EXPERIENCE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65392" y="4434840"/>
            <a:ext cx="22037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New-age mobility woven through the journey — exploring destinations, long distances, changing travel experiences.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383012" y="2807208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3" name="Shape 21"/>
          <p:cNvSpPr/>
          <p:nvPr/>
        </p:nvSpPr>
        <p:spPr>
          <a:xfrm>
            <a:off x="9226296" y="3246120"/>
            <a:ext cx="26060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27464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2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427464" y="3959352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REVELATION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27464" y="4434840"/>
            <a:ext cx="22037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“India’s future is being built in places we never expected.”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E4DFD2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8C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 — OLD VILLAGE INSIDE A MODERN SKYLINE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92040" y="5029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64608" y="804672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A2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Noida: Two Indias,</a:t>
            </a:r>
            <a:endParaRPr lang="en-US" sz="3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A2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City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892040" y="202996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India’s future meets its roots.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92040" y="2542032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 is known as India’s technology hub. But behind the skyscrapers exists another India — villages, families and communities that existed before the city transformed.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92040" y="3364992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villages inside a modern city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entrepreneurs building new businesses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families adapting to change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entering everyday lives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45262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“Kya India’s future sirf skyscrapers mein ban raha hai?”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5074920"/>
            <a:ext cx="6583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51663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MAHINDRA EV INTEGRATION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74920" y="544068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 becomes the bridge between two worlds — modern Noida to hidden India — across city roads, expressways, local streets and everyday mobility.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6263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C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“Noida ko duniya ek modern city ke roop mein jaanti hai. Lekin is shehar ke andar ek aur India basta hai — jo kal bana raha hai.”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 Show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56232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STRUCTURE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India route. One hidden story. One real community. One discovery that changes how we see India.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Delhi → Lucknow — how traditional India adapts to tomorrow.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856232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86600" y="187452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LENGTH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22–25 minute main episode, built for multiple platforms: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India TV capsules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OTT clips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Social-first moments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VETO cut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416552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16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443484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93776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India TV journalist as host, featuring: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53949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communities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&amp; innovators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Mahindra EV owners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experts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416052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4416552"/>
            <a:ext cx="384048" cy="38404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4416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443484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1 JOURNEYS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5120640"/>
            <a:ext cx="534924" cy="310896"/>
          </a:xfrm>
          <a:prstGeom prst="round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D8D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5120640"/>
            <a:ext cx="53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10044" y="5120640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D8D3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10044" y="512064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Varanasi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69580" y="5120640"/>
            <a:ext cx="690372" cy="310896"/>
          </a:xfrm>
          <a:prstGeom prst="round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D8D3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9580" y="5120640"/>
            <a:ext cx="6903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851392" y="5120640"/>
            <a:ext cx="612648" cy="310896"/>
          </a:xfrm>
          <a:prstGeom prst="round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D8D3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51392" y="5120640"/>
            <a:ext cx="612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555480" y="5120640"/>
            <a:ext cx="690372" cy="310896"/>
          </a:xfrm>
          <a:prstGeom prst="round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D8D3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55480" y="5120640"/>
            <a:ext cx="6903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Ayodhya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337292" y="512064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D8D3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37292" y="51206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83680" y="5504688"/>
            <a:ext cx="612648" cy="310896"/>
          </a:xfrm>
          <a:prstGeom prst="round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D8D3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5504688"/>
            <a:ext cx="612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Meerut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87768" y="5504688"/>
            <a:ext cx="612648" cy="310896"/>
          </a:xfrm>
          <a:prstGeom prst="round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D8D3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87768" y="5504688"/>
            <a:ext cx="612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991856" y="5504688"/>
            <a:ext cx="534924" cy="310896"/>
          </a:xfrm>
          <a:prstGeom prst="round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D8D3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91856" y="5504688"/>
            <a:ext cx="53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618220" y="5504688"/>
            <a:ext cx="612648" cy="310896"/>
          </a:xfrm>
          <a:prstGeom prst="roundRect">
            <a:avLst>
              <a:gd name="adj" fmla="val 50000"/>
            </a:avLst>
          </a:prstGeom>
          <a:solidFill>
            <a:srgbClr val="F1EDE3"/>
          </a:solidFill>
          <a:ln w="9525">
            <a:solidFill>
              <a:srgbClr val="D8D3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8220" y="5504688"/>
            <a:ext cx="612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Bhopal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Unknown India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224028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203454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Credibility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reporting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voices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journalism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429000" cy="4023360"/>
          </a:xfrm>
          <a:prstGeom prst="rect">
            <a:avLst/>
          </a:prstGeom>
          <a:solidFill>
            <a:srgbClr val="2A2A2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3580" y="224028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578358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89120" y="31089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35204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OTT Storytelling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411480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D9D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viewing experience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D9D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audience engagement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D9D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Original-series positioning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874520"/>
            <a:ext cx="3429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32620" y="224028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953262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38160" y="31089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MAHINDRA EV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38160" y="35204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 Mobility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11480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discovery of changing India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journey, every story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5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New-age travel experience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F4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INDIA WE KNOW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INDIA WE ARE YET TO DISCOVER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184648" y="4297680"/>
            <a:ext cx="1828800" cy="0"/>
          </a:xfrm>
          <a:prstGeom prst="line">
            <a:avLst/>
          </a:prstGeom>
          <a:noFill/>
          <a:ln w="12700">
            <a:solidFill>
              <a:srgbClr val="4A4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45720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9C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India is not a show about a car. It is a show about a changing nation — discovered through every journey made possible by Mahindra EV.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6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INDIA  ·  INDIA TV  ·  VETO OTT  ·  MAHINDRA ELECTRIC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2026-08-25T06:34:08Z</dcterms:created>
  <dcterms:modified xsi:type="dcterms:W3CDTF">2026-08-25T06:34:08Z</dcterms:modified>
</cp:coreProperties>
</file>