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61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853AC-3071-319A-2668-E9ACEE0F82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49D118-FFA8-C40A-B2BC-86D4324F2F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BBC7CE-5E33-B6D1-5407-B32B74DCB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9D91-8C91-4A35-9BED-4911E06878C9}" type="datetimeFigureOut">
              <a:rPr lang="en-IN" smtClean="0"/>
              <a:t>26-8-26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3C54D-AB9E-F6B4-6EB6-24213D31F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ECFD98-BDE7-1792-D7AB-34345DCE1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4B678-66D2-4276-9E19-BD6FE5D5DC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3491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9253D-3E2C-5FDA-EAB5-3FA4DE0F5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30A9B-1074-6012-21FD-9262E2B921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87805D-8C6B-BF52-102F-2B2B5BD94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9D91-8C91-4A35-9BED-4911E06878C9}" type="datetimeFigureOut">
              <a:rPr lang="en-IN" smtClean="0"/>
              <a:t>26-8-26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D1918C-BD25-D81D-59F2-DBDD1B8C0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43537-D99C-D3C2-9826-3D47BC706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4B678-66D2-4276-9E19-BD6FE5D5DC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0366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35FB7-06AF-A4CE-A700-483452335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6553A-1BC3-D212-8236-B20A31965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61EA0-83FF-00EF-E3BE-CC3B7B429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9D91-8C91-4A35-9BED-4911E06878C9}" type="datetimeFigureOut">
              <a:rPr lang="en-IN" smtClean="0"/>
              <a:t>26-8-26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C50B5-4438-96A8-FF0E-F7C5FFC3C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4C3A63-17C9-5DF2-13F9-370ECC6BC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4B678-66D2-4276-9E19-BD6FE5D5DC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7148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7CAFE-9305-CA39-FD3A-0CEEBDD70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BF39A-FF93-7C88-1BBA-C5BD1F9DBD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6C3550-B61F-0307-A999-861E1DCEC0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7A0DC6-08C7-F91B-F6CB-F831CB491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9D91-8C91-4A35-9BED-4911E06878C9}" type="datetimeFigureOut">
              <a:rPr lang="en-IN" smtClean="0"/>
              <a:t>26-8-26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563BD9-D3B0-147D-7361-09B3D3D2D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90FA04-F554-0218-0BA4-DF0EEEEA2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4B678-66D2-4276-9E19-BD6FE5D5DC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0041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D4DFD-60EC-83D1-849D-C37275879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7F8511-5997-F32F-6A52-73F263E9E4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AE659C-2D34-854A-2BE4-B3DC60A061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FA4A2D-C5A7-5E40-52AF-C040286E61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AA96C1-E6C3-0658-6DAC-F59CC2A562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DA6269-AFB7-9C94-2EFA-C7B783191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9D91-8C91-4A35-9BED-4911E06878C9}" type="datetimeFigureOut">
              <a:rPr lang="en-IN" smtClean="0"/>
              <a:t>26-8-26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A07B03-CB9E-BA62-6E86-B2C4334F2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5CBD99-B88D-59F1-6A0B-56149B98F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4B678-66D2-4276-9E19-BD6FE5D5DC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3135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0BCEA-E549-3D88-A481-D7CCC1DDE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63F7A6-50F9-4234-1589-AEA36DED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9D91-8C91-4A35-9BED-4911E06878C9}" type="datetimeFigureOut">
              <a:rPr lang="en-IN" smtClean="0"/>
              <a:t>26-8-26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F35BBA-EB34-DA31-F686-13FE6E91E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A70601-B923-3A79-EFE0-C9E1150D8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4B678-66D2-4276-9E19-BD6FE5D5DC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1755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81FD35-B3FD-D91F-3604-C97F87BDE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9D91-8C91-4A35-9BED-4911E06878C9}" type="datetimeFigureOut">
              <a:rPr lang="en-IN" smtClean="0"/>
              <a:t>26-8-26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28F316-62E6-3C63-360D-D9E270A5E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D0D4FE-CAB3-1426-75A8-4C7FAB999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4B678-66D2-4276-9E19-BD6FE5D5DC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5169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87537-A60D-4C28-6C75-3EA28FFB5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2F831-BCAD-8E6C-195A-F6850EC2B9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A58AC1-CA59-796E-DDCB-A9CC990F17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C67E48-2CAD-2F4C-BAB1-F98726922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9D91-8C91-4A35-9BED-4911E06878C9}" type="datetimeFigureOut">
              <a:rPr lang="en-IN" smtClean="0"/>
              <a:t>26-8-26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E5AFCC-4C1B-311B-A706-79CC30581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D733CA-1F5B-77AF-80E3-FE0D7DA1C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4B678-66D2-4276-9E19-BD6FE5D5DC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7974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BC09B-A103-4CBF-2EBB-42F07A862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58968C-7AF6-365D-2205-6580C40AB2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A7B212-9BE4-3D49-2877-48D4556393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6C6596-CBD8-2BDC-7AFA-335C251BC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9D91-8C91-4A35-9BED-4911E06878C9}" type="datetimeFigureOut">
              <a:rPr lang="en-IN" smtClean="0"/>
              <a:t>26-8-26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E860CF-B590-F3C4-DECA-A930594F2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6FC925-5830-4484-5AE6-6D39ECC18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4B678-66D2-4276-9E19-BD6FE5D5DC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1836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02624-3E12-6DA0-22A6-E3D46492C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FB4D7D-25E9-2F75-BC18-76AF414689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DD254F-3C1D-8D02-0247-B0080ADFC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9D91-8C91-4A35-9BED-4911E06878C9}" type="datetimeFigureOut">
              <a:rPr lang="en-IN" smtClean="0"/>
              <a:t>26-8-26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0BBB8-2620-6709-118F-8F093BB70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2AFEFF-E6D5-45D3-964E-E970390DF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4B678-66D2-4276-9E19-BD6FE5D5DC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8033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BDBB04-36CD-6463-67BF-19E053AFA6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E386FE-B28A-41CD-F227-E97EEC2A34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37D6CF-89A8-5E1C-187D-1ECB97084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9D91-8C91-4A35-9BED-4911E06878C9}" type="datetimeFigureOut">
              <a:rPr lang="en-IN" smtClean="0"/>
              <a:t>26-8-26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75DCE0-FF62-F793-5B67-FAE529054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7ECAA2-09D1-374A-7286-06ABA0F86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4B678-66D2-4276-9E19-BD6FE5D5DC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502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9509B7-0488-08BD-7CC8-F4ACD19F9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CA53BB-1DD3-21FF-CCE5-E3D1B6339A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56BEC9-BBA4-AEC2-0477-077941D15D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C19D91-8C91-4A35-9BED-4911E06878C9}" type="datetimeFigureOut">
              <a:rPr lang="en-IN" smtClean="0"/>
              <a:t>26-8-26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073BB-07F5-CA32-4C34-F5769B49CA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DAD8B4-B4CD-85EC-08FC-43E85FC9A1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94B678-66D2-4276-9E19-BD6FE5D5DC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6917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4A2963-5DDA-FF1C-70D6-C25C3D33B1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779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7B0055-7319-84F8-EEAA-B7FDF63FA7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4008"/>
            <a:ext cx="12192000" cy="6922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908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655C1B-4DE4-16E7-9E71-24D98623BA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70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328206-D634-A0DF-CD00-636F82B76A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4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1FF0B7-A2AF-D17B-D7DB-0D6F55F209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7924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Aryan 😎</dc:creator>
  <cp:lastModifiedBy>Aryan 😎</cp:lastModifiedBy>
  <cp:revision>2</cp:revision>
  <dcterms:created xsi:type="dcterms:W3CDTF">2026-08-26T10:58:41Z</dcterms:created>
  <dcterms:modified xsi:type="dcterms:W3CDTF">2026-08-26T13:41:23Z</dcterms:modified>
</cp:coreProperties>
</file>