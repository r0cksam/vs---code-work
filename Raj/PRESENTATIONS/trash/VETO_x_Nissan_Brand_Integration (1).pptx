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36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5400000" flipH="1">
            <a:off x="7040880" y="0"/>
            <a:ext cx="5120640" cy="6858000"/>
          </a:xfrm>
          <a:prstGeom prst="triangle">
            <a:avLst/>
          </a:prstGeom>
          <a:solidFill>
            <a:srgbClr val="1A243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548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6" name="Shape 4"/>
          <p:cNvSpPr/>
          <p:nvPr/>
        </p:nvSpPr>
        <p:spPr>
          <a:xfrm>
            <a:off x="11375136" y="548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7" name="Shape 5"/>
          <p:cNvSpPr/>
          <p:nvPr/>
        </p:nvSpPr>
        <p:spPr>
          <a:xfrm>
            <a:off x="11759184" y="548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932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9" name="Shape 7"/>
          <p:cNvSpPr/>
          <p:nvPr/>
        </p:nvSpPr>
        <p:spPr>
          <a:xfrm>
            <a:off x="10991088" y="932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0" name="Shape 8"/>
          <p:cNvSpPr/>
          <p:nvPr/>
        </p:nvSpPr>
        <p:spPr>
          <a:xfrm>
            <a:off x="11375136" y="932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1" name="Shape 9"/>
          <p:cNvSpPr/>
          <p:nvPr/>
        </p:nvSpPr>
        <p:spPr>
          <a:xfrm>
            <a:off x="11759184" y="932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1316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91088" y="1316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75136" y="1316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59184" y="1316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94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NISSAN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233172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SMART.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FORWARD.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57200" cy="45720"/>
          </a:xfrm>
          <a:prstGeom prst="rect">
            <a:avLst/>
          </a:prstGeom>
          <a:solidFill>
            <a:srgbClr val="00E0C7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2520" y="2331720"/>
            <a:ext cx="1005840" cy="1005840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22" name="Image 0" descr="/home/claude/build/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097" y="2603297"/>
            <a:ext cx="462686" cy="46268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0012680" y="3246120"/>
            <a:ext cx="685800" cy="685800"/>
          </a:xfrm>
          <a:prstGeom prst="ellipse">
            <a:avLst/>
          </a:prstGeom>
          <a:solidFill>
            <a:srgbClr val="24313E"/>
          </a:solidFill>
          <a:ln/>
        </p:spPr>
      </p:sp>
      <p:pic>
        <p:nvPicPr>
          <p:cNvPr id="24" name="Image 1" descr="/home/claude/build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846" y="3431286"/>
            <a:ext cx="315468" cy="31546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8229600" y="3794760"/>
            <a:ext cx="566928" cy="566928"/>
          </a:xfrm>
          <a:prstGeom prst="ellipse">
            <a:avLst/>
          </a:prstGeom>
          <a:solidFill>
            <a:srgbClr val="24313E"/>
          </a:solidFill>
          <a:ln/>
        </p:spPr>
      </p:sp>
      <p:pic>
        <p:nvPicPr>
          <p:cNvPr id="26" name="Image 2" descr="/home/claude/build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671" y="3947831"/>
            <a:ext cx="260787" cy="2607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01000" y="5074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kern="0" spc="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·  INNOVATION  ·  FUTURE MOBILITY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4114800" cy="68580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5" name="Image 0" descr="/home/claude/build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3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8A9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"Innovation That Excites."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A243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681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+ field documentary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episodes × 15–20 minutes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young Indians building the future.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434840" y="1691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SUBJECTS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engineers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innovators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entrepreneurs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0175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inventors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38160" y="30175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founders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434840" y="3977640"/>
            <a:ext cx="7223760" cy="18288"/>
          </a:xfrm>
          <a:prstGeom prst="rect">
            <a:avLst/>
          </a:prstGeom>
          <a:solidFill>
            <a:srgbClr val="23304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484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BEGINS WITH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34840" y="44348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00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problem are you trying to solve?"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BECOMES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THINKING SPACE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5943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idea, experiment and execution — not the subject of the story.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 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 — INTELLIGENT MAKERS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PEOPLE</a:t>
            </a:r>
            <a:endParaRPr lang="en-US" sz="3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2436" y="214884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5" name="Image 0" descr="/home/claude/build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3134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879092" y="247802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104388" y="214884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9" name="Image 1" descr="/home/claude/build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23134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81044" y="247802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006340" y="214884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3" name="Image 2" descr="/home/claude/build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932" y="23134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82996" y="247802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908292" y="214884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7" name="Image 3" descr="/home/claude/build/icons/fi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231343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45936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4948" y="247802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810244" y="214884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1" name="Image 4" descr="/home/claude/build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4836" y="231343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7888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9486900" y="247802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712196" y="2148840"/>
            <a:ext cx="658368" cy="658368"/>
          </a:xfrm>
          <a:prstGeom prst="ellipse">
            <a:avLst/>
          </a:prstGeom>
          <a:solidFill>
            <a:srgbClr val="C3002F"/>
          </a:solidFill>
          <a:ln/>
        </p:spPr>
      </p:sp>
      <p:pic>
        <p:nvPicPr>
          <p:cNvPr id="25" name="Image 5" descr="/home/claude/build/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6788" y="231343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49840" y="291693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1A24"/>
          </a:solidFill>
          <a:ln/>
        </p:spPr>
      </p:sp>
      <p:sp>
        <p:nvSpPr>
          <p:cNvPr id="28" name="Text 20"/>
          <p:cNvSpPr/>
          <p:nvPr/>
        </p:nvSpPr>
        <p:spPr>
          <a:xfrm>
            <a:off x="9144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INTEGRATION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“Nissan becomes the environment in which ideas are discussed — not an on-screen prop.”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EXTENSIONS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1280160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32" name="Image 6" descr="/home/claude/build/icons/m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5890" y="5566410"/>
            <a:ext cx="251460" cy="2514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clips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182112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35" name="Image 7" descr="/home/claude/build/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7842" y="5566410"/>
            <a:ext cx="251460" cy="2514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542032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explainers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084064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38" name="Image 8" descr="/home/claude/build/icons/vide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9794" y="5566410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443984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interviews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6986016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41" name="Image 9" descr="/home/claude/build/icons/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1746" y="5566410"/>
            <a:ext cx="251460" cy="25146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345936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8887968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44" name="Image 10" descr="/home/claude/build/icons/handshak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3698" y="5566410"/>
            <a:ext cx="251460" cy="25146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247888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collaborations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10789920" y="5440680"/>
            <a:ext cx="502920" cy="502920"/>
          </a:xfrm>
          <a:prstGeom prst="ellipse">
            <a:avLst/>
          </a:prstGeom>
          <a:solidFill>
            <a:srgbClr val="1A2430"/>
          </a:solidFill>
          <a:ln/>
        </p:spPr>
      </p:sp>
      <p:pic>
        <p:nvPicPr>
          <p:cNvPr id="47" name="Image 11" descr="/home/claude/build/icons/comment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15650" y="5566410"/>
            <a:ext cx="251460" cy="25146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0149840" y="6035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questions</a:t>
            </a:r>
            <a:endParaRPr lang="en-US" sz="1000" dirty="0"/>
          </a:p>
        </p:txBody>
      </p:sp>
      <p:sp>
        <p:nvSpPr>
          <p:cNvPr id="49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5" name="Image 0" descr="/home/claude/build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THAN</a:t>
            </a:r>
            <a:endParaRPr lang="en-US" sz="3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8A9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"There's Got to Be a Smarter Way."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A243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681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short-form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sec films + Reels + Shorts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begins with an everyday problem.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434840" y="1691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everyday mobility?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family travel planning?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driving stress?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everyday safety?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0175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mobility smarter?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38160" y="30175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2926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features shown only when genuinely relevant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434840" y="3977640"/>
            <a:ext cx="7223760" cy="18288"/>
          </a:xfrm>
          <a:prstGeom prst="rect">
            <a:avLst/>
          </a:prstGeom>
          <a:solidFill>
            <a:srgbClr val="23304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484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BEGINS WITH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34840" y="44348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00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"There's got to be a smarter way."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BECOMES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CONTENT IP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 — SMARTER THAN YESTERDAY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PROBLEM.</a:t>
            </a:r>
            <a:endParaRPr lang="en-US" sz="3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SMARTER SOLUTION.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121A2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0A8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“THERE'S GOT TO BE A SMARTER WAY.”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777240" cy="7772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7" name="Image 0" descr="/home/claude/build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2575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09928" y="3451860"/>
            <a:ext cx="1655064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74720" y="3063240"/>
            <a:ext cx="777240" cy="7772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1" name="Image 1" descr="/home/claude/build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32575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61688" y="3451860"/>
            <a:ext cx="1655064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126480" y="3063240"/>
            <a:ext cx="777240" cy="7772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5" name="Image 2" descr="/home/claude/build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790" y="32575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356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13448" y="3451860"/>
            <a:ext cx="1655064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778240" y="3063240"/>
            <a:ext cx="777240" cy="777240"/>
          </a:xfrm>
          <a:prstGeom prst="ellipse">
            <a:avLst/>
          </a:prstGeom>
          <a:solidFill>
            <a:srgbClr val="0A8C7C"/>
          </a:solidFill>
          <a:ln/>
        </p:spPr>
      </p:sp>
      <p:pic>
        <p:nvPicPr>
          <p:cNvPr id="19" name="Image 3" descr="/home/claude/build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550" y="3257550"/>
            <a:ext cx="388620" cy="3886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PROPERTY SCALES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121A24"/>
          </a:solidFill>
          <a:ln/>
        </p:spPr>
      </p:sp>
      <p:sp>
        <p:nvSpPr>
          <p:cNvPr id="23" name="Text 17"/>
          <p:cNvSpPr/>
          <p:nvPr/>
        </p:nvSpPr>
        <p:spPr>
          <a:xfrm>
            <a:off x="713232" y="52578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SHORTS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871216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1A2430"/>
          </a:solidFill>
          <a:ln/>
        </p:spPr>
      </p:sp>
      <p:sp>
        <p:nvSpPr>
          <p:cNvPr id="25" name="Text 19"/>
          <p:cNvSpPr/>
          <p:nvPr/>
        </p:nvSpPr>
        <p:spPr>
          <a:xfrm>
            <a:off x="2944368" y="52578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COMPILATION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102352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121A24"/>
          </a:solidFill>
          <a:ln/>
        </p:spPr>
      </p:sp>
      <p:sp>
        <p:nvSpPr>
          <p:cNvPr id="27" name="Text 21"/>
          <p:cNvSpPr/>
          <p:nvPr/>
        </p:nvSpPr>
        <p:spPr>
          <a:xfrm>
            <a:off x="5175504" y="52578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COLLABORATIONS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333488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1A2430"/>
          </a:solidFill>
          <a:ln/>
        </p:spPr>
      </p:sp>
      <p:sp>
        <p:nvSpPr>
          <p:cNvPr id="29" name="Text 23"/>
          <p:cNvSpPr/>
          <p:nvPr/>
        </p:nvSpPr>
        <p:spPr>
          <a:xfrm>
            <a:off x="7406640" y="52578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POLLS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564624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121A24"/>
          </a:solidFill>
          <a:ln/>
        </p:spPr>
      </p:sp>
      <p:sp>
        <p:nvSpPr>
          <p:cNvPr id="31" name="Text 25"/>
          <p:cNvSpPr/>
          <p:nvPr/>
        </p:nvSpPr>
        <p:spPr>
          <a:xfrm>
            <a:off x="9637776" y="52578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SUBMISSIONS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5" name="Image 0" descr="/home/claude/build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8A9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If We Moved Smarter?"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A243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6811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talk + real-world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· 6 × 20–25 minutes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begins with a provocative question about the future.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434840" y="1691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designed around people, not cars?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031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 understood your routine?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eliminated driving stress?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560320"/>
            <a:ext cx="82296" cy="82296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became fully connected?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977640"/>
            <a:ext cx="7223760" cy="18288"/>
          </a:xfrm>
          <a:prstGeom prst="rect">
            <a:avLst/>
          </a:prstGeom>
          <a:solidFill>
            <a:srgbClr val="233040"/>
          </a:solidFill>
          <a:ln/>
        </p:spPr>
      </p:sp>
      <p:sp>
        <p:nvSpPr>
          <p:cNvPr id="23" name="Text 20"/>
          <p:cNvSpPr/>
          <p:nvPr/>
        </p:nvSpPr>
        <p:spPr>
          <a:xfrm>
            <a:off x="443484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BEGINS WITH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34840" y="44348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i="1" dirty="0">
                <a:solidFill>
                  <a:srgbClr val="00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if we moved smarter?"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BECOMES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ASKING “WHAT'S NEXT?”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09160" y="5943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+ expert + creator + real user discuss, then test it for real.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 — WHAT IF?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DISCUSS THE FUTURE.</a:t>
            </a:r>
            <a:endParaRPr lang="en-US" sz="30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2436" y="210312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5" name="Image 0" descr="/home/claude/build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2677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879092" y="243230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104388" y="210312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9" name="Image 1" descr="/home/claude/build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226771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81044" y="243230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006340" y="210312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3" name="Image 2" descr="/home/claude/build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932" y="226771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82996" y="243230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908292" y="210312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7" name="Image 3" descr="/home/claude/build/icons/g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22677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45936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4948" y="243230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810244" y="2103120"/>
            <a:ext cx="658368" cy="658368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1" name="Image 4" descr="/home/claude/build/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4836" y="226771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7888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9486900" y="2432304"/>
            <a:ext cx="1197864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712196" y="2103120"/>
            <a:ext cx="658368" cy="658368"/>
          </a:xfrm>
          <a:prstGeom prst="ellipse">
            <a:avLst/>
          </a:prstGeom>
          <a:solidFill>
            <a:srgbClr val="C3002F"/>
          </a:solidFill>
          <a:ln/>
        </p:spPr>
      </p:sp>
      <p:pic>
        <p:nvPicPr>
          <p:cNvPr id="25" name="Image 5" descr="/home/claude/build/icons/arrowr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6788" y="226771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49840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0080" y="35204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21A24"/>
          </a:solidFill>
          <a:ln/>
        </p:spPr>
      </p:sp>
      <p:sp>
        <p:nvSpPr>
          <p:cNvPr id="28" name="Text 20"/>
          <p:cNvSpPr/>
          <p:nvPr/>
        </p:nvSpPr>
        <p:spPr>
          <a:xfrm>
            <a:off x="914400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if technology could make city mobility less stressful?”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EPISODE BRINGS TOGETHER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0080" y="5029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3304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33" name="Image 6" descr="/home/claude/build/icons/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" y="5308092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417320" y="5193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insight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3429000" y="5029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3304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3611880" y="5193792"/>
            <a:ext cx="457200" cy="45720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37" name="Image 7" descr="/home/claude/build/icons/vide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6180" y="5308092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206240" y="5193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perspective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217920" y="5029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33040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6400800" y="5193792"/>
            <a:ext cx="457200" cy="45720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41" name="Image 8" descr="/home/claude/build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5308092"/>
            <a:ext cx="228600" cy="2286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995160" y="5193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9006840" y="5029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33040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9189720" y="5193792"/>
            <a:ext cx="457200" cy="45720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45" name="Image 9" descr="/home/claude/build/icons/userfriend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4020" y="5308092"/>
            <a:ext cx="228600" cy="22860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784080" y="5193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reaction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IPS. ONE NISSAN BELIEF.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IDEAS AND EXPERIMENTS —</a:t>
            </a:r>
            <a:endParaRPr lang="en-US" sz="3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PHILOSOPHY.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121A2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96312"/>
            <a:ext cx="621792" cy="621792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6" name="Image 0" descr="/home/claude/build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265797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MAKERS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building the future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1A243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121A24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2496312"/>
            <a:ext cx="621792" cy="621792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13" name="Image 1" descr="/home/claude/build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106" y="2657978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THAN YESTERDAY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everyday problems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6344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1A2430"/>
          </a:solidFill>
          <a:ln/>
        </p:spPr>
      </p:sp>
      <p:sp>
        <p:nvSpPr>
          <p:cNvPr id="17" name="Text 13"/>
          <p:cNvSpPr/>
          <p:nvPr/>
        </p:nvSpPr>
        <p:spPr>
          <a:xfrm>
            <a:off x="46634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DIGITAL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3816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121A24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2496312"/>
            <a:ext cx="621792" cy="621792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20" name="Image 2" descr="/home/claude/build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146" y="2657978"/>
            <a:ext cx="298460" cy="298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IF?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future possibilities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1248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1A2430"/>
          </a:solidFill>
          <a:ln/>
        </p:spPr>
      </p:sp>
      <p:sp>
        <p:nvSpPr>
          <p:cNvPr id="24" name="Text 19"/>
          <p:cNvSpPr/>
          <p:nvPr/>
        </p:nvSpPr>
        <p:spPr>
          <a:xfrm>
            <a:off x="84124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EXPERIMENT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00E0C7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 +  IDEAS  +  EXPERIMENTS  =  NISSAN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89120" cy="685800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3" name="Shape 1"/>
          <p:cNvSpPr/>
          <p:nvPr/>
        </p:nvSpPr>
        <p:spPr>
          <a:xfrm rot="5400000" flipH="1">
            <a:off x="7040880" y="0"/>
            <a:ext cx="5120640" cy="6858000"/>
          </a:xfrm>
          <a:prstGeom prst="triangle">
            <a:avLst/>
          </a:prstGeom>
          <a:solidFill>
            <a:srgbClr val="1A2430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5120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5" name="Shape 3"/>
          <p:cNvSpPr/>
          <p:nvPr/>
        </p:nvSpPr>
        <p:spPr>
          <a:xfrm>
            <a:off x="8887968" y="5120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6" name="Shape 4"/>
          <p:cNvSpPr/>
          <p:nvPr/>
        </p:nvSpPr>
        <p:spPr>
          <a:xfrm>
            <a:off x="9272016" y="5120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7" name="Shape 5"/>
          <p:cNvSpPr/>
          <p:nvPr/>
        </p:nvSpPr>
        <p:spPr>
          <a:xfrm>
            <a:off x="9656064" y="5120640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5504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9" name="Shape 7"/>
          <p:cNvSpPr/>
          <p:nvPr/>
        </p:nvSpPr>
        <p:spPr>
          <a:xfrm>
            <a:off x="8887968" y="5504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0" name="Shape 8"/>
          <p:cNvSpPr/>
          <p:nvPr/>
        </p:nvSpPr>
        <p:spPr>
          <a:xfrm>
            <a:off x="9272016" y="5504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1" name="Shape 9"/>
          <p:cNvSpPr/>
          <p:nvPr/>
        </p:nvSpPr>
        <p:spPr>
          <a:xfrm>
            <a:off x="9656064" y="5504688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5888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87968" y="5888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4" name="Shape 12"/>
          <p:cNvSpPr/>
          <p:nvPr/>
        </p:nvSpPr>
        <p:spPr>
          <a:xfrm>
            <a:off x="9272016" y="5888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5" name="Shape 13"/>
          <p:cNvSpPr/>
          <p:nvPr/>
        </p:nvSpPr>
        <p:spPr>
          <a:xfrm>
            <a:off x="9656064" y="5888736"/>
            <a:ext cx="54864" cy="54864"/>
          </a:xfrm>
          <a:prstGeom prst="ellipse">
            <a:avLst/>
          </a:prstGeom>
          <a:solidFill>
            <a:srgbClr val="00E0C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1188720"/>
            <a:ext cx="1188720" cy="1188720"/>
          </a:xfrm>
          <a:prstGeom prst="ellipse">
            <a:avLst/>
          </a:prstGeom>
          <a:solidFill>
            <a:srgbClr val="00E0C7"/>
          </a:solidFill>
          <a:ln/>
        </p:spPr>
      </p:sp>
      <p:pic>
        <p:nvPicPr>
          <p:cNvPr id="17" name="Image 0" descr="/home/claude/build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314" y="1509674"/>
            <a:ext cx="546811" cy="54681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TALK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FUTURE.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594360" y="30632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00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IT.</a:t>
            </a:r>
            <a:endParaRPr lang="en-US" sz="3800" dirty="0"/>
          </a:p>
        </p:txBody>
      </p:sp>
      <p:sp>
        <p:nvSpPr>
          <p:cNvPr id="20" name="Shape 17"/>
          <p:cNvSpPr/>
          <p:nvPr/>
        </p:nvSpPr>
        <p:spPr>
          <a:xfrm>
            <a:off x="640080" y="4754880"/>
            <a:ext cx="457200" cy="45720"/>
          </a:xfrm>
          <a:prstGeom prst="rect">
            <a:avLst/>
          </a:prstGeom>
          <a:solidFill>
            <a:srgbClr val="00E0C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937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× NISSAN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SMART. MOVE FORWARD.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NISSAN  |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527</Words>
  <Application>Microsoft Office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2</cp:revision>
  <dcterms:created xsi:type="dcterms:W3CDTF">2026-08-23T13:13:55Z</dcterms:created>
  <dcterms:modified xsi:type="dcterms:W3CDTF">2026-08-24T07:31:18Z</dcterms:modified>
</cp:coreProperties>
</file>