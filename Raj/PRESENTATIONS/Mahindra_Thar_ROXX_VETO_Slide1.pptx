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har_roxx_titl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13970">
            <a:solidFill>
              <a:srgbClr val="C7482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12064" y="5303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MAHINDRA THAR ROXX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023360" y="502920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748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334256" y="53035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96B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VETO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28432" y="5029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E6E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Beyond The Last Road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778240" y="850392"/>
            <a:ext cx="1938528" cy="0"/>
          </a:xfrm>
          <a:prstGeom prst="line">
            <a:avLst/>
          </a:prstGeom>
          <a:noFill/>
          <a:ln w="13970">
            <a:solidFill>
              <a:srgbClr val="D96B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17352" y="411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6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845552" y="1691640"/>
            <a:ext cx="338328" cy="-274320"/>
          </a:xfrm>
          <a:prstGeom prst="line">
            <a:avLst/>
          </a:prstGeom>
          <a:noFill/>
          <a:ln w="15240">
            <a:solidFill>
              <a:srgbClr val="D96B3B">
                <a:alpha val="9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183880" y="1417320"/>
            <a:ext cx="365760" cy="182880"/>
          </a:xfrm>
          <a:prstGeom prst="line">
            <a:avLst/>
          </a:prstGeom>
          <a:noFill/>
          <a:ln w="15240">
            <a:solidFill>
              <a:srgbClr val="D96B3B">
                <a:alpha val="9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49640" y="1600200"/>
            <a:ext cx="365760" cy="-301752"/>
          </a:xfrm>
          <a:prstGeom prst="line">
            <a:avLst/>
          </a:prstGeom>
          <a:noFill/>
          <a:ln w="15240">
            <a:solidFill>
              <a:srgbClr val="D96B3B">
                <a:alpha val="9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15400" y="1298448"/>
            <a:ext cx="301752" cy="-164592"/>
          </a:xfrm>
          <a:prstGeom prst="line">
            <a:avLst/>
          </a:prstGeom>
          <a:noFill/>
          <a:ln w="15240">
            <a:solidFill>
              <a:srgbClr val="D96B3B">
                <a:alpha val="9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12064" y="1298448"/>
            <a:ext cx="804672" cy="0"/>
          </a:xfrm>
          <a:prstGeom prst="line">
            <a:avLst/>
          </a:prstGeom>
          <a:noFill/>
          <a:ln w="20320">
            <a:solidFill>
              <a:srgbClr val="D96B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064" y="1572768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F5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BRAND</a:t>
            </a:r>
            <a:endParaRPr lang="en-US" sz="5000" dirty="0"/>
          </a:p>
        </p:txBody>
      </p:sp>
      <p:sp>
        <p:nvSpPr>
          <p:cNvPr id="16" name="Text 13"/>
          <p:cNvSpPr/>
          <p:nvPr/>
        </p:nvSpPr>
        <p:spPr>
          <a:xfrm>
            <a:off x="512064" y="2350008"/>
            <a:ext cx="5779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F5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INTEGRATION</a:t>
            </a:r>
            <a:endParaRPr lang="en-US" sz="5000" dirty="0"/>
          </a:p>
        </p:txBody>
      </p:sp>
      <p:sp>
        <p:nvSpPr>
          <p:cNvPr id="17" name="Text 14"/>
          <p:cNvSpPr/>
          <p:nvPr/>
        </p:nvSpPr>
        <p:spPr>
          <a:xfrm>
            <a:off x="512064" y="3127248"/>
            <a:ext cx="5285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F5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PROPOSAL</a:t>
            </a:r>
            <a:endParaRPr lang="en-US" sz="5000" dirty="0"/>
          </a:p>
        </p:txBody>
      </p:sp>
      <p:sp>
        <p:nvSpPr>
          <p:cNvPr id="18" name="Shape 15"/>
          <p:cNvSpPr/>
          <p:nvPr/>
        </p:nvSpPr>
        <p:spPr>
          <a:xfrm>
            <a:off x="512064" y="4160520"/>
            <a:ext cx="4425696" cy="0"/>
          </a:xfrm>
          <a:prstGeom prst="line">
            <a:avLst/>
          </a:prstGeom>
          <a:noFill/>
          <a:ln w="15875">
            <a:solidFill>
              <a:srgbClr val="C7482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9536" y="4553712"/>
            <a:ext cx="4462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9E3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Branded Content &amp; Integration Proposal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59536" y="4946904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6B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Adventure.  Luxury.  Attitude.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93776" y="4535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6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119872" y="6153912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HIGHWAY RIDE  ×  OFF-ROAD EDGE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211312" y="6391656"/>
            <a:ext cx="2761488" cy="0"/>
          </a:xfrm>
          <a:prstGeom prst="line">
            <a:avLst/>
          </a:prstGeom>
          <a:noFill/>
          <a:ln w="10160">
            <a:solidFill>
              <a:srgbClr val="D96B3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Mahindra Thar ROXX x VETO - Brand Integration Proposal</dc:title>
  <dc:subject>Mahindra Thar ROXX x VETO title slide</dc:subject>
  <dc:creator>OpenAI</dc:creator>
  <cp:lastModifiedBy>OpenAI</cp:lastModifiedBy>
  <cp:revision>1</cp:revision>
  <dcterms:created xsi:type="dcterms:W3CDTF">2026-08-21T13:33:27Z</dcterms:created>
  <dcterms:modified xsi:type="dcterms:W3CDTF">2026-08-21T13:33:27Z</dcterms:modified>
</cp:coreProperties>
</file>