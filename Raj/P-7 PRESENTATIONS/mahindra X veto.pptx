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58" r:id="rId3"/>
    <p:sldId id="257" r:id="rId4"/>
    <p:sldId id="256" r:id="rId5"/>
    <p:sldId id="259" r:id="rId6"/>
    <p:sldId id="260" r:id="rId7"/>
    <p:sldId id="262" r:id="rId8"/>
    <p:sldId id="263" r:id="rId9"/>
    <p:sldId id="264" r:id="rId10"/>
    <p:sldId id="265" r:id="rId11"/>
    <p:sldId id="270" r:id="rId12"/>
    <p:sldId id="271" r:id="rId13"/>
    <p:sldId id="273" r:id="rId14"/>
    <p:sldId id="277" r:id="rId15"/>
    <p:sldId id="272" r:id="rId16"/>
    <p:sldId id="276" r:id="rId17"/>
    <p:sldId id="269" r:id="rId18"/>
    <p:sldId id="266" r:id="rId19"/>
    <p:sldId id="267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F2DEF-6068-42A3-B96E-ACDE80E786EE}" v="22" dt="2026-08-31T02:50:34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3:34:52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129 440 24575,'13'-167'0,"0"15"0,-12 62 0,-2 71 0,1 61 0,1 47 0,-3 92 0,2-180 0,0 0 0,0 0 0,0 0 0,0 0 0,0 0 0,0 0 0,0 1 0,0-1 0,-1 0 0,1 0 0,0 0 0,-1-1 0,1 1 0,-1 0 0,1 0 0,-1 0 0,1 0 0,-1 0 0,0 0 0,1-1 0,-1 1 0,0 0 0,-1 0 0,2-1 0,-1 0 0,0 0 0,0 0 0,0 0 0,0 0 0,0 0 0,0-1 0,0 1 0,1 0 0,-1 0 0,0-1 0,0 1 0,0-1 0,1 1 0,-1-1 0,0 1 0,0-1 0,1 1 0,-1-1 0,0-1 0,-35-43 0,33 41 0,-49-88 0,26 45 0,45 153 0,35 118 0,-42-199 0,-6-40 0,-2-49 0,-4 58 0,-1-245 0,-1 315 0,0-33 0,2 0 0,0 1 0,2-1 0,9 46 0,-11-76 0,0 1 0,1 0 0,-1-1 0,0 1 0,1 0 0,-1 0 0,1-1 0,0 1 0,0-1 0,-1 1 0,1-1 0,0 1 0,0-1 0,0 1 0,1-1 0,-1 0 0,0 0 0,2 2 0,-2-4 0,-1 1 0,1 0 0,0-1 0,0 1 0,-1-1 0,1 1 0,0-1 0,-1 1 0,1-1 0,-1 0 0,1 1 0,0-1 0,-1 0 0,1 1 0,-1-1 0,0 0 0,1 0 0,-1 0 0,0 1 0,1-1 0,-1 0 0,0 0 0,0 0 0,0-1 0,13-68 0,-12-154 0,-1 186 0,2 94 0,0-40 0,-1 1 0,0 0 0,-2 0 0,0-1 0,0 1 0,-2 0 0,-7 28 0,5-42 0,-1-12 0,-2-21 0,7 24 0,-8-40 0,2 0 0,3 0 0,1 0 0,4-60 0,0 414 0,-1-459 0,-19 239 0,17-52 0,0-14 0,-10-49 0,-45-172 0,77 283 0,-10-42 0,0 0 0,21 48 0,-31-89 0,0 0 0,1 0 0,-1 0 0,0 0 0,1 0 0,-1 0 0,1-1 0,-1 1 0,1 0 0,-1 0 0,1 0 0,-1-1 0,1 1 0,0 0 0,-1-1 0,1 1 0,0-1 0,0 1 0,1 0 0,5-13 0,-3-35 0,-4 43 0,-2-281 0,2 541 0,0-455 0,0 210 0,0 52 0,-10 82 0,10-143 0,0 0 0,0 0 0,-1-1 0,1 1 0,-1 0 0,1 0 0,-1 0 0,1 0 0,-1 0 0,0-1 0,0 1 0,0 0 0,-2 1 0,3-3 0,-1 1 0,1-1 0,0 0 0,-1 0 0,1 0 0,-1 0 0,1 0 0,0 0 0,-1 0 0,1 0 0,-1 0 0,1 0 0,0 0 0,-1 0 0,1 0 0,-1 0 0,1 0 0,0-1 0,-1 1 0,1 0 0,-1 0 0,1 0 0,0 0 0,-1-1 0,1 1 0,0 0 0,-1-1 0,1 1 0,0 0 0,0-1 0,-1 1 0,1 0 0,0-1 0,0 1 0,-1-1 0,-3-5 0,0-1 0,1 0 0,0 0 0,0 0 0,-3-10 0,-8-31 0,3-1 0,1 0 0,-3-57 0,48 224 0,5 79 0,-35-322 0,-5 61 0,-1 55 0,1 41 0,0-23-113,0-20 249,0-39-216,0 22-1228,0-4-5518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3:34:53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57:51.148"/>
    </inkml:context>
    <inkml:brush xml:id="br0">
      <inkml:brushProperty name="width" value="0.2" units="cm"/>
      <inkml:brushProperty name="height" value="0.2" units="cm"/>
      <inkml:brushProperty name="color" value="#E8DDC6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7C468-4FDF-43DC-91C1-AD67707583F3}" type="datetimeFigureOut">
              <a:rPr lang="en-IN" smtClean="0"/>
              <a:t>1-9-26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419AE-094D-483E-9C46-D90804645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36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19AE-094D-483E-9C46-D9080464554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97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19AE-094D-483E-9C46-D9080464554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680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F3DC-24B4-DAF4-F6E7-310B7EE7E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D424D-0D89-1A01-66FD-D683D566F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6FE33-E22D-CDD7-1E40-156078E5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2BA6E-1397-96F8-D5ED-5A2FE093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C39C-9BAF-EABE-C878-20EF48B9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05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76E8-7FDF-935E-1E44-F636E374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78E24-59F1-F6BE-901B-7323525A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83132-799F-3F62-1609-02E893E0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5C4AB-361C-A82D-2B89-2168B21A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00FBB-AC65-54B6-7B36-BC4727D3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718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4B36-7E3C-98F4-EDDD-15450E5C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BD2D5-D0D1-A667-1CFC-97241D4CD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9D57-2161-2D85-6D73-C33F81FC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75778-9C7E-DF3C-8671-D4A5C6D2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81C45-E66B-194B-A617-A9AC6BEF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45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1C7A-417A-9652-1E01-79080358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038A7-73A3-09B3-B3D2-6302ECDA4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4AF6A-1BB9-A71B-D1CE-74C50E37C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FED59-B104-F349-46D8-B9981233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1BB4A-2C40-5D4E-DC88-071E3060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15D1F-D1F2-C31F-257F-A0485D17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03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356F-889E-ECA0-DDFA-728C1B732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DB700-EB4E-EABF-7E95-2E29E9660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727D1-3353-0779-A32C-0C0DEAACA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611E1-7AC5-4635-193B-4530F2DD6E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7D32D-C64F-535E-09BF-118883FC4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F672F-96FF-C17A-3E6B-A299B6EF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1C4FD-19CE-BD50-9235-C57FD11A8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02474-EEAA-6312-A0F1-9B2A9C5B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5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62D82-60F5-5470-3138-12FE3C4C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84659-64DA-B2B2-85A5-9FFE86F79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C2575-4037-B6A1-C6B1-DCA030FF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CC91C-C367-ADA5-7677-A112A859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2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D1291-4EA9-5005-DEB9-1483C8F9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77EB1-5ACD-C9B0-B15A-A1986099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A29EA-AB2F-D479-52A6-F1A5E77C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0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C700-F3A9-82F5-F8DD-A538CA30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07FD-BBA7-7BFE-BE75-8DED7C230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4381E-25C6-7535-17CF-260AB6C28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39F1C-318E-14EE-03D9-B4CBDCE22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79123-03EF-5519-3B21-168623C9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40E01-4DF9-1F47-A628-0E43D0A2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14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7FEA-35F7-F402-E854-26943421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0A5720-4172-ABA2-D14B-3CE6D731C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2D313-31F9-05B2-0256-D962DB0C0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B7D07-888F-D27B-C3E2-F4B18A94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5004C-1939-43E0-502C-3DBDBF01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44E05-32B5-3BEE-5120-44AAC074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87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DAB7-FD69-147A-5438-6D544CAE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3FF00-EC03-CCC6-401F-9CDC482D2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1941-C3DB-1CFB-58BC-565300A1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92B55-0E4F-FDEF-2193-612D317F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D8303-6981-8098-2095-FFC0836C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7900A-BDEA-D45B-DDBD-B33E14CC7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A397E-AB53-D916-ABD5-727D52920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23BA-9518-5664-FF2F-B2FC8290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4293-BE4E-F9D4-0E10-A6CDB340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2BD6-2224-FEF3-3A61-740F6B61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1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36B357-83B3-F40E-DB9A-4320D256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94BDE-131B-8CA5-A93E-6376734FE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B7E1-FE8D-10F8-2DAD-622BC7FE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D8119-4D37-4EDE-ACD4-B1B5A1501CB0}" type="datetimeFigureOut">
              <a:rPr lang="en-IN" smtClean="0"/>
              <a:t>1-9-26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F2FB3-06D7-4D10-8DB3-C142DBEDB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D3FFB-36DE-16C8-9D47-B4434EBA4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1FB64-2924-4BF0-85F7-CAE050753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950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09C2D-851E-80DB-88B0-157D8F87C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2A5986A-136B-CA5A-34E2-31F43B608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3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4A0F4C-C9D5-6EFF-27CF-F123FBF1E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0312"/>
            <a:ext cx="12192000" cy="69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0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0725-89F3-477B-41AE-912CA1296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F68AB-EDB8-7FDA-FBF7-45EE7EC604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FDD74-2F3E-5E59-9BF9-DBB03D2F7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62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C2499-1099-F3E4-DCC0-1FB1BCDC4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9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5DB3F-FD5C-AC1C-5F6A-6E66CA52E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B71D7A-B8BF-F6AB-8786-C2FF76A5C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3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9B8D31-4AA3-02CB-D4D6-EF27CBE0A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22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85753-D7F0-D70D-6405-FCEEFC6E9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67744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576BE4-4C44-2A1C-2BF6-666DA5F19007}"/>
                  </a:ext>
                </a:extLst>
              </p14:cNvPr>
              <p14:cNvContentPartPr/>
              <p14:nvPr/>
            </p14:nvContentPartPr>
            <p14:xfrm>
              <a:off x="1937664" y="518256"/>
              <a:ext cx="58320" cy="182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576BE4-4C44-2A1C-2BF6-666DA5F190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1544" y="512136"/>
                <a:ext cx="705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6405705-B6A5-E6A5-A6B1-BD40AFDA9DCE}"/>
                  </a:ext>
                </a:extLst>
              </p14:cNvPr>
              <p14:cNvContentPartPr/>
              <p14:nvPr/>
            </p14:nvContentPartPr>
            <p14:xfrm>
              <a:off x="2432304" y="32889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6405705-B6A5-E6A5-A6B1-BD40AFDA9D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6184" y="322776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45F259E-AD8F-9711-7269-75302FA2872C}"/>
              </a:ext>
            </a:extLst>
          </p:cNvPr>
          <p:cNvSpPr/>
          <p:nvPr/>
        </p:nvSpPr>
        <p:spPr>
          <a:xfrm>
            <a:off x="334482" y="456984"/>
            <a:ext cx="3707166" cy="2416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CONCEPT 02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50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41238-8622-A1EE-1D11-0863EA9C4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748510-8A3A-6009-7D7E-156DC14B1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8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099D48-EDB1-3298-9B06-02E7A2602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1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3D8B1-6644-E620-DA9B-0AE71ACB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678D73-7A3E-6A01-5894-7E63F4C68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5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E2E49C-4791-4C48-6934-47CA73FEB614}"/>
                  </a:ext>
                </a:extLst>
              </p14:cNvPr>
              <p14:cNvContentPartPr/>
              <p14:nvPr/>
            </p14:nvContentPartPr>
            <p14:xfrm>
              <a:off x="3867624" y="364845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E2E49C-4791-4C48-6934-47CA73FEB6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1984" y="361245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04E9AC6-B61C-3051-B3C4-4EE54C8FC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1EA260-E78E-3E3F-35B3-E8425A63FD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6E59D8-7A63-D8EC-2ECA-1F731366EC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3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304EE8-542E-2AF5-416A-E9AE5CEB3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5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3C71C-C2A3-C438-C1DE-44F77E9B1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7C1AA-CEE9-BBFC-296B-9B7998269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67AF4C-9882-AB36-698B-31A8FADBC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60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96B63-A4B9-EB99-092C-7E6218307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48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C968CF-44E0-109F-CCAD-93C596886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039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18D6E-D9EC-C376-A14A-656329806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2393"/>
            <a:ext cx="12192000" cy="25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44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E63C2-035E-ABAD-34C0-BCF17D37B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08B705-55FE-E03D-4FB0-B6A0C04B7A01}"/>
              </a:ext>
            </a:extLst>
          </p:cNvPr>
          <p:cNvSpPr/>
          <p:nvPr/>
        </p:nvSpPr>
        <p:spPr>
          <a:xfrm>
            <a:off x="420624" y="274320"/>
            <a:ext cx="438912" cy="2834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568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279FE-5514-9EEB-F6CA-75D455120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19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2BDA2-3856-47BF-C754-6CA48EDDA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1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4</Words>
  <Application>Microsoft Office PowerPoint</Application>
  <PresentationFormat>Widescreen</PresentationFormat>
  <Paragraphs>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😎</dc:creator>
  <cp:lastModifiedBy>Aryan 😎</cp:lastModifiedBy>
  <cp:revision>17</cp:revision>
  <dcterms:created xsi:type="dcterms:W3CDTF">2026-08-25T13:33:15Z</dcterms:created>
  <dcterms:modified xsi:type="dcterms:W3CDTF">2026-09-01T12:07:14Z</dcterms:modified>
</cp:coreProperties>
</file>