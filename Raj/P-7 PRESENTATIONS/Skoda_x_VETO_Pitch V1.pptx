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9F798-4693-41E8-8046-A90433A992A6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708B6-8613-43D8-9632-C0D93B5AE5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35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9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71611"/>
          </a:solidFill>
          <a:ln w="12700">
            <a:solidFill>
              <a:srgbClr val="0716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661404"/>
            <a:ext cx="5029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B9C7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VETO Content Strategy | Škoda Brand Integration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555480" y="6661404"/>
            <a:ext cx="2240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dirty="0">
                <a:solidFill>
                  <a:srgbClr val="B9C7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sales proposal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633972"/>
            <a:ext cx="164592" cy="914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580">
                <a:solidFill>
                  <a:srgbClr val="B9C7C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0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633972"/>
            <a:ext cx="164592" cy="914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580">
                <a:solidFill>
                  <a:srgbClr val="B9C7C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15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8DAD864-163B-04DB-7D83-7482326DCAC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69063F-41D9-C658-BEFC-7A47D1971D2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B9E6AD-F887-6A63-3699-4D2940111313}"/>
              </a:ext>
            </a:extLst>
          </p:cNvPr>
          <p:cNvSpPr txBox="1"/>
          <p:nvPr/>
        </p:nvSpPr>
        <p:spPr>
          <a:xfrm>
            <a:off x="5049079" y="185531"/>
            <a:ext cx="1974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Concept - 1</a:t>
            </a:r>
          </a:p>
        </p:txBody>
      </p:sp>
    </p:spTree>
    <p:extLst>
      <p:ext uri="{BB962C8B-B14F-4D97-AF65-F5344CB8AC3E}">
        <p14:creationId xmlns:p14="http://schemas.microsoft.com/office/powerpoint/2010/main" val="3256147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D8740A-D4A7-17BA-69AA-5306FDC2AF0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47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46F124-5199-47BA-E3A9-853E708537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6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90F2B8-DCAC-9B70-8419-445FCB5D79A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1C1BF8-0534-EBCD-89A2-606D4663DE5C}"/>
              </a:ext>
            </a:extLst>
          </p:cNvPr>
          <p:cNvSpPr txBox="1"/>
          <p:nvPr/>
        </p:nvSpPr>
        <p:spPr>
          <a:xfrm>
            <a:off x="5049079" y="185531"/>
            <a:ext cx="1974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Concept - 2</a:t>
            </a:r>
          </a:p>
        </p:txBody>
      </p:sp>
    </p:spTree>
    <p:extLst>
      <p:ext uri="{BB962C8B-B14F-4D97-AF65-F5344CB8AC3E}">
        <p14:creationId xmlns:p14="http://schemas.microsoft.com/office/powerpoint/2010/main" val="2505121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5EEC89-980F-C8D7-3C66-F5624B8F12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35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E7E4F5-4D99-C519-F143-98C8AA4645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96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CC643-CBE7-F0B4-421A-F944C7F693D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7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45BAC1-69BB-6FB3-08B3-4C8AE256407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51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5BECF2BD-F8FB-9A4A-CA64-C1D585461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29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5707</TotalTime>
  <Words>7</Words>
  <Application>Microsoft Office PowerPoint</Application>
  <PresentationFormat>Widescreen</PresentationFormat>
  <Paragraphs>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Harshal Dashottar</dc:creator>
  <cp:lastModifiedBy>Harshal Dashottar</cp:lastModifiedBy>
  <cp:revision>28</cp:revision>
  <dcterms:created xsi:type="dcterms:W3CDTF">2026-07-16T10:45:51Z</dcterms:created>
  <dcterms:modified xsi:type="dcterms:W3CDTF">2026-08-20T06:04:18Z</dcterms:modified>
</cp:coreProperties>
</file>